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1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94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8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68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0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20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85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80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3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5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0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6814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878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591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89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231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7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800B8B9-2E51-4185-BF39-3167EBBEBD6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649ABAB-A30B-4912-B616-F230BB7B5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36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BE4D48-9C58-D619-B004-5679C8AD78CC}"/>
              </a:ext>
            </a:extLst>
          </p:cNvPr>
          <p:cNvSpPr txBox="1"/>
          <p:nvPr/>
        </p:nvSpPr>
        <p:spPr>
          <a:xfrm>
            <a:off x="9094840" y="4128217"/>
            <a:ext cx="332330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IN" sz="3500" b="1" i="0" dirty="0">
                <a:effectLst/>
                <a:latin typeface="Mona Sans VF"/>
              </a:rPr>
              <a:t>E-Commerce Data Analytics Project</a:t>
            </a:r>
            <a:endParaRPr lang="en-IN" sz="3500" b="1" dirty="0">
              <a:latin typeface="Mona Sans VF"/>
            </a:endParaRPr>
          </a:p>
          <a:p>
            <a:pPr algn="ctr">
              <a:spcAft>
                <a:spcPts val="1200"/>
              </a:spcAft>
            </a:pPr>
            <a:r>
              <a:rPr lang="en-IN" sz="3500" b="1" i="0" dirty="0">
                <a:effectLst/>
                <a:latin typeface="Mona Sans VF"/>
              </a:rPr>
              <a:t> </a:t>
            </a:r>
            <a:endParaRPr lang="en-IN" sz="3600" b="1" dirty="0">
              <a:latin typeface="Mona Sans VF"/>
            </a:endParaRPr>
          </a:p>
          <a:p>
            <a:pPr algn="ctr">
              <a:spcAft>
                <a:spcPts val="1200"/>
              </a:spcAft>
              <a:buNone/>
            </a:pPr>
            <a:endParaRPr lang="en-IN" sz="3500" b="1" i="0" dirty="0">
              <a:effectLst/>
              <a:latin typeface="Mona Sans VF"/>
            </a:endParaRPr>
          </a:p>
        </p:txBody>
      </p:sp>
      <p:pic>
        <p:nvPicPr>
          <p:cNvPr id="9" name="Picture 8" descr="What is E-Commerce or Electronic Commerce | Medium">
            <a:extLst>
              <a:ext uri="{FF2B5EF4-FFF2-40B4-BE49-F238E27FC236}">
                <a16:creationId xmlns:a16="http://schemas.microsoft.com/office/drawing/2014/main" id="{A506FF43-15BC-B10B-C47E-FBF930FE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819" y="0"/>
            <a:ext cx="9488129" cy="6858000"/>
          </a:xfrm>
          <a:prstGeom prst="rect">
            <a:avLst/>
          </a:prstGeom>
        </p:spPr>
      </p:pic>
      <p:pic>
        <p:nvPicPr>
          <p:cNvPr id="10" name="Picture 9" descr="Ecommerce Business Pictures | Download Free Images on Unsplash">
            <a:extLst>
              <a:ext uri="{FF2B5EF4-FFF2-40B4-BE49-F238E27FC236}">
                <a16:creationId xmlns:a16="http://schemas.microsoft.com/office/drawing/2014/main" id="{8457EC94-AE2B-779C-B480-B3017CE62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310" y="0"/>
            <a:ext cx="2831690" cy="41282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3AE491-8005-DF12-3303-0C2E2DF82805}"/>
              </a:ext>
            </a:extLst>
          </p:cNvPr>
          <p:cNvSpPr/>
          <p:nvPr/>
        </p:nvSpPr>
        <p:spPr>
          <a:xfrm>
            <a:off x="9507794" y="5958349"/>
            <a:ext cx="2536722" cy="7964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/>
                </a:solidFill>
                <a:latin typeface="Mona Sans VF"/>
              </a:rPr>
              <a:t>Group 6</a:t>
            </a:r>
            <a:endParaRPr lang="en-IN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41DB-43F6-8843-B5A1-776ED1CC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DC09B0-A13F-2C76-E396-2CC7D2ED367E}"/>
              </a:ext>
            </a:extLst>
          </p:cNvPr>
          <p:cNvSpPr txBox="1"/>
          <p:nvPr/>
        </p:nvSpPr>
        <p:spPr>
          <a:xfrm>
            <a:off x="1386348" y="1700300"/>
            <a:ext cx="9419304" cy="4288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Mona Sans VF"/>
              </a:rPr>
              <a:t>This project involves analyzing e-commerce data using SQL, Excel, and Power BI to derive insights and visualize key metrics. </a:t>
            </a:r>
          </a:p>
          <a:p>
            <a:pPr marL="457200" indent="-457200" algn="l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Mona Sans VF"/>
              </a:rPr>
              <a:t>The main objectives are to identify trends, track sales performance, and provide a comprehensive overview of business operations.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07FE4-4576-5AF0-B488-257053E12DE6}"/>
              </a:ext>
            </a:extLst>
          </p:cNvPr>
          <p:cNvSpPr txBox="1"/>
          <p:nvPr/>
        </p:nvSpPr>
        <p:spPr>
          <a:xfrm>
            <a:off x="-78658" y="42190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000" b="1" i="0" u="sng" dirty="0">
                <a:effectLst/>
                <a:latin typeface="Mona Sans VF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7793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736B-D0AE-4B89-E702-149A53A9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6597C9-1263-F5FF-51B3-04EB19EAC31F}"/>
              </a:ext>
            </a:extLst>
          </p:cNvPr>
          <p:cNvSpPr txBox="1"/>
          <p:nvPr/>
        </p:nvSpPr>
        <p:spPr>
          <a:xfrm>
            <a:off x="808703" y="1710989"/>
            <a:ext cx="10574594" cy="371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Mona Sans VF"/>
              </a:rPr>
              <a:t> SQL</a:t>
            </a:r>
            <a:r>
              <a:rPr lang="en-US" sz="2800" b="0" i="0" dirty="0">
                <a:effectLst/>
                <a:latin typeface="Mona Sans VF"/>
              </a:rPr>
              <a:t>: For querying the database to extract and manipulate data.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Mona Sans VF"/>
              </a:rPr>
              <a:t> Excel</a:t>
            </a:r>
            <a:r>
              <a:rPr lang="en-US" sz="2800" b="0" i="0" dirty="0">
                <a:effectLst/>
                <a:latin typeface="Mona Sans VF"/>
              </a:rPr>
              <a:t>: For creating pivot charts and analyzing data from SQL queries.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Mona Sans VF"/>
              </a:rPr>
              <a:t> Power BI</a:t>
            </a:r>
            <a:r>
              <a:rPr lang="en-US" sz="2800" b="0" i="0" dirty="0">
                <a:effectLst/>
                <a:latin typeface="Mona Sans VF"/>
              </a:rPr>
              <a:t>: For building interactive dashboards to visualize the data.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 Tableau</a:t>
            </a:r>
            <a:r>
              <a:rPr lang="en-US" sz="2800" dirty="0"/>
              <a:t>: For building interactive dashboards and visualizing data with          charts, filters, KPIs, and reports.</a:t>
            </a:r>
            <a:endParaRPr lang="en-US" sz="2800" b="0" i="0" dirty="0">
              <a:effectLst/>
              <a:latin typeface="Mona Sans V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899D3-0BC2-88EB-FE26-F65EE23DB6C2}"/>
              </a:ext>
            </a:extLst>
          </p:cNvPr>
          <p:cNvSpPr txBox="1"/>
          <p:nvPr/>
        </p:nvSpPr>
        <p:spPr>
          <a:xfrm>
            <a:off x="0" y="13979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000" b="1" i="0" u="sng" dirty="0">
                <a:effectLst/>
                <a:latin typeface="Mona Sans VF"/>
              </a:rPr>
              <a:t>TOOLS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2719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2D72-182F-B69A-CC2C-0DE11912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FC8AD-52CA-C76A-59F9-C5ED2AC36EA7}"/>
              </a:ext>
            </a:extLst>
          </p:cNvPr>
          <p:cNvSpPr txBox="1"/>
          <p:nvPr/>
        </p:nvSpPr>
        <p:spPr>
          <a:xfrm>
            <a:off x="0" y="139799"/>
            <a:ext cx="1219199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3500" b="1" i="0" u="sng" dirty="0">
                <a:effectLst/>
                <a:latin typeface="Mona Sans VF"/>
              </a:rPr>
              <a:t>TABLEAU DASHBOARDS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5152F3-CA39-5E64-F1B3-7C00EC653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4064"/>
            <a:ext cx="12192000" cy="592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8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DA9B-0D4D-B235-3035-6ECC7423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0F6C58-B556-4C4C-9A4A-623915ABA77C}"/>
              </a:ext>
            </a:extLst>
          </p:cNvPr>
          <p:cNvSpPr txBox="1"/>
          <p:nvPr/>
        </p:nvSpPr>
        <p:spPr>
          <a:xfrm>
            <a:off x="1248697" y="1678377"/>
            <a:ext cx="10412361" cy="416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900" b="1" u="sng" dirty="0"/>
              <a:t>Dashboard Objective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/>
              <a:t>Explain the business problem.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/>
              <a:t>Example: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 Analyze sales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 Identify top-selling products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 Find profitable regions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 Understand customer purchasing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183F5-C0C2-C2E0-F33B-B0A36B2A0D85}"/>
              </a:ext>
            </a:extLst>
          </p:cNvPr>
          <p:cNvSpPr txBox="1"/>
          <p:nvPr/>
        </p:nvSpPr>
        <p:spPr>
          <a:xfrm>
            <a:off x="0" y="198792"/>
            <a:ext cx="12192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500" b="1" u="sng" dirty="0"/>
              <a:t>DASHBOARD OBJECTIVE</a:t>
            </a:r>
          </a:p>
        </p:txBody>
      </p:sp>
    </p:spTree>
    <p:extLst>
      <p:ext uri="{BB962C8B-B14F-4D97-AF65-F5344CB8AC3E}">
        <p14:creationId xmlns:p14="http://schemas.microsoft.com/office/powerpoint/2010/main" val="400576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1B46-0262-0D26-9669-860D1145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85B8B2-8908-B4EC-F013-5366CF87FAB0}"/>
              </a:ext>
            </a:extLst>
          </p:cNvPr>
          <p:cNvSpPr txBox="1"/>
          <p:nvPr/>
        </p:nvSpPr>
        <p:spPr>
          <a:xfrm>
            <a:off x="0" y="144714"/>
            <a:ext cx="12192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u="sng" dirty="0"/>
              <a:t>DASHBOARD COMPONENTS</a:t>
            </a:r>
            <a:endParaRPr lang="en-IN" sz="35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F0F42-A3D7-049F-5C4A-624BCA259744}"/>
              </a:ext>
            </a:extLst>
          </p:cNvPr>
          <p:cNvSpPr txBox="1"/>
          <p:nvPr/>
        </p:nvSpPr>
        <p:spPr>
          <a:xfrm>
            <a:off x="157316" y="1024015"/>
            <a:ext cx="2143431" cy="258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KPI Cards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Total Sales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Total Profit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Total Orders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Average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Sales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25A41-CD9D-0C80-7945-E4660912A0A5}"/>
              </a:ext>
            </a:extLst>
          </p:cNvPr>
          <p:cNvSpPr txBox="1"/>
          <p:nvPr/>
        </p:nvSpPr>
        <p:spPr>
          <a:xfrm>
            <a:off x="2541638" y="1018369"/>
            <a:ext cx="3991896" cy="5543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Category Chart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Which category has highest sales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Comparison between categories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Regional Analysis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Best performing region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Lowest sales region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Monthly Trend Analysis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Seasonal sales patterns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Growth trends </a:t>
            </a:r>
          </a:p>
          <a:p>
            <a:pPr>
              <a:lnSpc>
                <a:spcPct val="150000"/>
              </a:lnSpc>
            </a:pP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29F58-5967-F541-0150-BF9ECC18F71F}"/>
              </a:ext>
            </a:extLst>
          </p:cNvPr>
          <p:cNvSpPr txBox="1"/>
          <p:nvPr/>
        </p:nvSpPr>
        <p:spPr>
          <a:xfrm>
            <a:off x="6980902" y="1018369"/>
            <a:ext cx="3864079" cy="429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Customer Analysis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Top customers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segments 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b="1" u="sng" dirty="0"/>
              <a:t>Filters &amp; Interactivity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Show how filters work.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Region filter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Category filter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Date filter </a:t>
            </a:r>
          </a:p>
        </p:txBody>
      </p:sp>
    </p:spTree>
    <p:extLst>
      <p:ext uri="{BB962C8B-B14F-4D97-AF65-F5344CB8AC3E}">
        <p14:creationId xmlns:p14="http://schemas.microsoft.com/office/powerpoint/2010/main" val="129067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06554-B530-4E9D-199B-AC3B46E1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CBE38B-B4C9-4B69-5A20-5E05C40B6E98}"/>
              </a:ext>
            </a:extLst>
          </p:cNvPr>
          <p:cNvSpPr txBox="1"/>
          <p:nvPr/>
        </p:nvSpPr>
        <p:spPr>
          <a:xfrm>
            <a:off x="1460090" y="2105421"/>
            <a:ext cx="927181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Mona Sans VF"/>
              </a:rPr>
              <a:t>This project showcases the use of SQL, Excel, and Power BI to analyze an</a:t>
            </a:r>
            <a:r>
              <a:rPr lang="en-US" sz="2800" dirty="0">
                <a:latin typeface="Mona Sans VF"/>
              </a:rPr>
              <a:t>d</a:t>
            </a:r>
            <a:r>
              <a:rPr lang="en-US" sz="2800" b="0" i="0" dirty="0">
                <a:effectLst/>
                <a:latin typeface="Mona Sans VF"/>
              </a:rPr>
              <a:t> visualize e-commerce data effectively.</a:t>
            </a:r>
            <a:endParaRPr lang="en-US" sz="2800" dirty="0">
              <a:latin typeface="Mona Sans VF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Mona Sans VF"/>
              </a:rPr>
              <a:t>The insights derived can help in making informed business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69FCE-684F-F007-886B-6424EBBC04E9}"/>
              </a:ext>
            </a:extLst>
          </p:cNvPr>
          <p:cNvSpPr txBox="1"/>
          <p:nvPr/>
        </p:nvSpPr>
        <p:spPr>
          <a:xfrm>
            <a:off x="0" y="592083"/>
            <a:ext cx="12192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i="0" u="sng" dirty="0">
                <a:effectLst/>
                <a:latin typeface="Mona Sans VF"/>
              </a:rPr>
              <a:t>CONCLUSION</a:t>
            </a:r>
            <a:endParaRPr lang="en-IN" sz="3500" u="sng" dirty="0"/>
          </a:p>
        </p:txBody>
      </p:sp>
    </p:spTree>
    <p:extLst>
      <p:ext uri="{BB962C8B-B14F-4D97-AF65-F5344CB8AC3E}">
        <p14:creationId xmlns:p14="http://schemas.microsoft.com/office/powerpoint/2010/main" val="68773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D0DE-6576-954B-935D-43D275D3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at Thank You Slide Template for PowerPoint">
            <a:extLst>
              <a:ext uri="{FF2B5EF4-FFF2-40B4-BE49-F238E27FC236}">
                <a16:creationId xmlns:a16="http://schemas.microsoft.com/office/drawing/2014/main" id="{EB6D4F42-2B96-97F0-B4E8-C58B8436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8775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57</TotalTime>
  <Words>255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Corbel</vt:lpstr>
      <vt:lpstr>Courier New</vt:lpstr>
      <vt:lpstr>Mona Sans VF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sagarkandhare0358@gmail.com</dc:creator>
  <cp:lastModifiedBy>sagarkandhare0358@gmail.com</cp:lastModifiedBy>
  <cp:revision>10</cp:revision>
  <dcterms:created xsi:type="dcterms:W3CDTF">2026-05-28T12:24:07Z</dcterms:created>
  <dcterms:modified xsi:type="dcterms:W3CDTF">2026-05-28T18:10:17Z</dcterms:modified>
</cp:coreProperties>
</file>